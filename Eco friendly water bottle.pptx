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66A1-404F-1515-CD41-393646E6A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C1D51-E3BE-C4DD-AAA5-055E8A8F8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BA2FE-D03B-BFE3-61FF-F2B5F8F00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558BD-5D8B-7A02-A364-53FD18CE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5B05B-9487-B34D-5128-78C5C79C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25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929F1-DD74-E67C-B823-DF44F626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0FA16-390C-EF58-B44D-E70BF3A95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91FEE-9470-7587-AA02-C4C757DDF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1D629-7912-20B4-1082-A976D22BD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E25C0-8440-2495-AF20-F53CF400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8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E410-8A95-E653-D41E-EE0B373E3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A24B8-DF8C-CC69-AC4E-30A60980C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EF90D-3676-1D13-3E73-DEFA490D8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7B728-58BA-1D40-14E9-4F0F4CA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02C69-D10C-9C11-921C-ACFD09B2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4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F90C-37FA-0CAC-42E3-75C86B7C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1AE70-CDEC-DDD8-3E55-DA1263045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B1EA5-D3D5-3761-90D5-68C5184FF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2F53F-2EF7-4540-8B97-E4511E32E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24EF0-8068-096A-F385-24496F43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C6EEB-C61C-78B3-26ED-48E23A30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39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20AA-D305-1E6A-2510-F197E8DA9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31E95-15E8-7714-B55F-8347A54B2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34FF1-73D8-BA72-6E81-38C28B11A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34A25-A9F7-695B-24F9-88D08374F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E5536-9972-5E2E-57B3-97D961BC5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E17971-CAC2-67E2-6AFD-51597898A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5B209E-7368-4DD5-47C6-1B63435B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6C7A7-688F-C940-C3D7-EA2802F6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7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3172-F1FC-812A-6D05-BC186847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BCF82E-FE3E-8CBB-2449-2CF7CED6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D0066-BF2B-26C0-5367-8DAE9D6A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69EFD-7374-CF26-7A38-7723C4F3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65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71AC9-94C7-20BF-1AED-B44202B5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7F3C2-9CEA-47D4-B7C2-F620ADBA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D1011-F63D-8139-2F57-B8285204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29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A99A-28B7-7759-E386-182829C37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991AC-E42B-1F0C-D715-216FA3E16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7F55B-7061-3346-2136-C5A4424A3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D51CF-4FA4-741E-ED37-CE8D60909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A323E-0AF0-FDB3-A876-8220702A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2C778-FAD3-ECF9-DB46-84D7E0D7F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1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F21D2-BE42-24BD-1FE7-8E3971456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F88C9-97B7-681F-7D66-BF409D594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9D4F4-3BE4-1C3A-C181-60BBCE72E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F9D94-E9AF-27FB-47FB-0A54BE9E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8699D-E286-0199-605A-A3F5E669D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39768-FE2D-170C-A19E-1B30E92A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64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731E2-5154-5E68-4964-7570D5BC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76DC4-BCD4-C0C4-1196-14E7726DD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90940-AB90-73B6-5FE6-34C71AFA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E651-811C-7A64-A677-D8A32941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476A2-72E2-E090-7956-1DA5561D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0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787BE5-E438-3999-8643-521CE225F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F0A81-848F-B7E9-28EF-1A04F7F0C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0DD73-D5EF-1DCC-8D2F-38D49275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14425-E609-14B7-5DCF-0BBBDB25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85E-EF28-E090-D1AC-86520F65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2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AEB72-63CA-0788-7FF2-90D1CD03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B3798-E447-B681-ED2C-30A677938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45D70-1B4F-D693-2C82-404C56CD6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4AC7A-C54D-4FF7-81EA-FD1A59351FF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43ADA-15EE-B4E7-5650-C30E47988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167FD-C7ED-8C76-F09F-6E2A3942B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8C9FE-1BF6-45A5-8205-68291D949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20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7A6EB0CF-A44A-7E80-1442-2098DB20CFC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98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tions">
            <a:extLst>
              <a:ext uri="{FF2B5EF4-FFF2-40B4-BE49-F238E27FC236}">
                <a16:creationId xmlns:a16="http://schemas.microsoft.com/office/drawing/2014/main" id="{C87D9022-01CA-8557-1C63-2AF3D1B19BD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4313"/>
            <a:ext cx="12192000" cy="722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071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ax_a_Give_me_a_seperate_i (3)">
            <a:extLst>
              <a:ext uri="{FF2B5EF4-FFF2-40B4-BE49-F238E27FC236}">
                <a16:creationId xmlns:a16="http://schemas.microsoft.com/office/drawing/2014/main" id="{F1E70B3B-F743-2C86-6FE8-D6AF98C845F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93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oposal">
            <a:extLst>
              <a:ext uri="{FF2B5EF4-FFF2-40B4-BE49-F238E27FC236}">
                <a16:creationId xmlns:a16="http://schemas.microsoft.com/office/drawing/2014/main" id="{E0361552-F781-E794-FEED-4C2FC07BB5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791477856989-01a11c66-23b6-7bd3-92ee-9e349cc049e6">
            <a:extLst>
              <a:ext uri="{FF2B5EF4-FFF2-40B4-BE49-F238E27FC236}">
                <a16:creationId xmlns:a16="http://schemas.microsoft.com/office/drawing/2014/main" id="{91939BA0-31BE-169E-177B-D3624C7CA65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54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QUICK</dc:creator>
  <cp:lastModifiedBy>QUICK</cp:lastModifiedBy>
  <cp:revision>1</cp:revision>
  <dcterms:created xsi:type="dcterms:W3CDTF">2026-10-08T17:08:01Z</dcterms:created>
  <dcterms:modified xsi:type="dcterms:W3CDTF">2026-10-08T17:11:08Z</dcterms:modified>
</cp:coreProperties>
</file>